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gave two AI coding tools</a:t>
            </a:r>
            <a:endParaRPr lang="en-US" sz="3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exact same prompt.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3108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Here's what happened.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vs  Codex  —  building a Fortune Cookie 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31089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28016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"Build a single-page web app that's a fortune cookie. Clean, minimal design — a nice illustrated cookie on a white/cream background. You click the cookie and it cracks open with a satisfying animation to reveal an absurd fortune that's loosely inspired by real current news headlines."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received the identical prompt.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user, same requests, same follow-ups.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B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prompts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B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deploys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B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hit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(layout)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B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(critical)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taken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B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edits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B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fortunes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bespoke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B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+ templates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links working?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B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messages. All feature requests.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44752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"Build the app"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headlines, wrote full HTML/CSS/JS, spun up local server, tested 13 times, fixed 6 layout bugs — all before the user saw anything.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13432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"Deploy to Vercel"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2402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 Worked immediately.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82112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"Add news links"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31089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30 fortunes into objects with headline text and article URLs. Redeployed.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50792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"Links are generic"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9776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16 web searches to find specific article URLs for every fortune. Updated all 30. Redeployed.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148840"/>
            <a:ext cx="7680960" cy="0"/>
          </a:xfrm>
          <a:prstGeom prst="line">
            <a:avLst/>
          </a:prstGeom>
          <a:noFill/>
          <a:ln w="6350">
            <a:solidFill>
              <a:srgbClr val="F5E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017520"/>
            <a:ext cx="7680960" cy="0"/>
          </a:xfrm>
          <a:prstGeom prst="line">
            <a:avLst/>
          </a:prstGeom>
          <a:noFill/>
          <a:ln w="6350">
            <a:solidFill>
              <a:srgbClr val="F5ED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886200"/>
            <a:ext cx="7680960" cy="0"/>
          </a:xfrm>
          <a:prstGeom prst="line">
            <a:avLst/>
          </a:prstGeom>
          <a:noFill/>
          <a:ln w="6350">
            <a:solidFill>
              <a:srgbClr val="F5EDE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~17 messages. Mostly bug reports.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8B7D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"Build the app"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quickly. Deployed. But the cookie didn't look like a cookie.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8B7D6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news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05740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for preferences (realistic vs stylized? 3 news options?). Wired up live RSS feeds via CORS proxies.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C9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cascade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7889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broke. Cookie became unclickable. CSS overlay, aspect-ratio collapse, pointer-events — 3 deploys to fix.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365760" cy="365760"/>
          </a:xfrm>
          <a:prstGeom prst="ellipse">
            <a:avLst/>
          </a:prstGeom>
          <a:solidFill>
            <a:srgbClr val="C9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 crash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5204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error broke the entire script. User had to screenshot the console error for Codex to find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C9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issues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4251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Murder headlines surfacing as fortunes. Added blacklist/whitelist filters and rewrote templates.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1984248"/>
            <a:ext cx="7680960" cy="0"/>
          </a:xfrm>
          <a:prstGeom prst="line">
            <a:avLst/>
          </a:prstGeom>
          <a:noFill/>
          <a:ln w="6350">
            <a:solidFill>
              <a:srgbClr val="F5ED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2715768"/>
            <a:ext cx="7680960" cy="0"/>
          </a:xfrm>
          <a:prstGeom prst="line">
            <a:avLst/>
          </a:prstGeom>
          <a:noFill/>
          <a:ln w="6350">
            <a:solidFill>
              <a:srgbClr val="F5E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447288"/>
            <a:ext cx="7680960" cy="0"/>
          </a:xfrm>
          <a:prstGeom prst="line">
            <a:avLst/>
          </a:prstGeom>
          <a:noFill/>
          <a:ln w="6350">
            <a:solidFill>
              <a:srgbClr val="F5E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178808"/>
            <a:ext cx="7680960" cy="0"/>
          </a:xfrm>
          <a:prstGeom prst="line">
            <a:avLst/>
          </a:prstGeom>
          <a:noFill/>
          <a:ln w="6350">
            <a:solidFill>
              <a:srgbClr val="F5EDE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Difference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Self-testing.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657600" cy="256032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3657600" cy="54864"/>
          </a:xfrm>
          <a:prstGeom prst="rect">
            <a:avLst/>
          </a:prstGeom>
          <a:solidFill>
            <a:srgbClr val="4A9B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26517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screenshots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a browser, clicked the cookie, watched animations, scrolled, tested reset — all autonomously. Every bug was caught and fixed before the user ever saw the app.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754880" y="1828800"/>
            <a:ext cx="3657600" cy="256032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828800"/>
            <a:ext cx="3657600" cy="54864"/>
          </a:xfrm>
          <a:prstGeom prst="rect">
            <a:avLst/>
          </a:prstGeom>
          <a:solidFill>
            <a:srgbClr val="C9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031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26517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screenshots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can't use MCP or remotely click-test the deployed page from here." Every bug was discovered by the user. The user became the QA team.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fundamentally different bets.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3017520"/>
          </a:xfrm>
          <a:prstGeom prst="rect">
            <a:avLst/>
          </a:prstGeom>
          <a:solidFill>
            <a:srgbClr val="4A9B6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hand-crafted fortunes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fortune is a specific joke about a specific news story, with a direct link to the source article.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penny saved is a Penny who wins at Westminster."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person who reads three million pages has no time left for fortune cookies."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54864" cy="30175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RSS + templating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live BBC/NPR headlines, extracts keywords, slots them into templates.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technically ambitious — fortunes would stay current forever — but introduced CORS failures, content filtering bugs, and accidentally surfaced a murder headline as a fortune.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554480" cy="502920"/>
          </a:xfrm>
          <a:prstGeom prst="rect">
            <a:avLst/>
          </a:prstGeom>
          <a:solidFill>
            <a:srgbClr val="2A242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1554480" cy="45720"/>
          </a:xfrm>
          <a:prstGeom prst="rect">
            <a:avLst/>
          </a:prstGeom>
          <a:solidFill>
            <a:srgbClr val="4A9B6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1645920"/>
            <a:ext cx="1554480" cy="502920"/>
          </a:xfrm>
          <a:prstGeom prst="rect">
            <a:avLst/>
          </a:prstGeom>
          <a:solidFill>
            <a:srgbClr val="2A2420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645920"/>
            <a:ext cx="1554480" cy="45720"/>
          </a:xfrm>
          <a:prstGeom prst="rect">
            <a:avLst/>
          </a:prstGeom>
          <a:solidFill>
            <a:srgbClr val="4A9B6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1645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1554480" cy="502920"/>
          </a:xfrm>
          <a:prstGeom prst="rect">
            <a:avLst/>
          </a:prstGeom>
          <a:solidFill>
            <a:srgbClr val="2A242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645920"/>
            <a:ext cx="1554480" cy="45720"/>
          </a:xfrm>
          <a:prstGeom prst="rect">
            <a:avLst/>
          </a:prstGeom>
          <a:solidFill>
            <a:srgbClr val="4A9B6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645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6560" y="1645920"/>
            <a:ext cx="1554480" cy="502920"/>
          </a:xfrm>
          <a:prstGeom prst="rect">
            <a:avLst/>
          </a:prstGeom>
          <a:solidFill>
            <a:srgbClr val="2A2420"/>
          </a:solidFill>
          <a:ln/>
        </p:spPr>
      </p:sp>
      <p:sp>
        <p:nvSpPr>
          <p:cNvPr id="17" name="Shape 15"/>
          <p:cNvSpPr/>
          <p:nvPr/>
        </p:nvSpPr>
        <p:spPr>
          <a:xfrm>
            <a:off x="6766560" y="1645920"/>
            <a:ext cx="1554480" cy="45720"/>
          </a:xfrm>
          <a:prstGeom prst="rect">
            <a:avLst/>
          </a:prstGeom>
          <a:solidFill>
            <a:srgbClr val="4A9B6E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2331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only made creative decisions. Never debugged.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1554480" cy="502920"/>
          </a:xfrm>
          <a:prstGeom prst="rect">
            <a:avLst/>
          </a:prstGeom>
          <a:solidFill>
            <a:srgbClr val="2A2420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566160"/>
            <a:ext cx="1554480" cy="45720"/>
          </a:xfrm>
          <a:prstGeom prst="rect">
            <a:avLst/>
          </a:prstGeom>
          <a:solidFill>
            <a:srgbClr val="C9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611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0" y="3566160"/>
            <a:ext cx="1554480" cy="502920"/>
          </a:xfrm>
          <a:prstGeom prst="rect">
            <a:avLst/>
          </a:prstGeom>
          <a:solidFill>
            <a:srgbClr val="2A2420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3566160"/>
            <a:ext cx="1554480" cy="45720"/>
          </a:xfrm>
          <a:prstGeom prst="rect">
            <a:avLst/>
          </a:prstGeom>
          <a:solidFill>
            <a:srgbClr val="C9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3611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reports bug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1554480" cy="502920"/>
          </a:xfrm>
          <a:prstGeom prst="rect">
            <a:avLst/>
          </a:prstGeom>
          <a:solidFill>
            <a:srgbClr val="2A2420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566160"/>
            <a:ext cx="1554480" cy="45720"/>
          </a:xfrm>
          <a:prstGeom prst="rect">
            <a:avLst/>
          </a:prstGeom>
          <a:solidFill>
            <a:srgbClr val="C9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611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66560" y="3566160"/>
            <a:ext cx="1554480" cy="502920"/>
          </a:xfrm>
          <a:prstGeom prst="rect">
            <a:avLst/>
          </a:prstGeom>
          <a:solidFill>
            <a:srgbClr val="2A2420"/>
          </a:solidFill>
          <a:ln/>
        </p:spPr>
      </p:sp>
      <p:sp>
        <p:nvSpPr>
          <p:cNvPr id="34" name="Shape 32"/>
          <p:cNvSpPr/>
          <p:nvPr/>
        </p:nvSpPr>
        <p:spPr>
          <a:xfrm>
            <a:off x="6766560" y="3566160"/>
            <a:ext cx="1554480" cy="45720"/>
          </a:xfrm>
          <a:prstGeom prst="rect">
            <a:avLst/>
          </a:prstGeom>
          <a:solidFill>
            <a:srgbClr val="C9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3611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Re-ship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9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6 deployments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became the QA team.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4630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prompt.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human.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different experience.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97280" y="32918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 that tests its own work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ships a better product — and respects your time.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writeup linked in comments.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Fortune Cookie App: Claude Code vs Codex</dc:title>
  <dc:subject>PptxGenJS Presentation</dc:subject>
  <dc:creator>Agata</dc:creator>
  <cp:lastModifiedBy>Agata</cp:lastModifiedBy>
  <cp:revision>1</cp:revision>
  <dcterms:created xsi:type="dcterms:W3CDTF">2026-02-06T01:16:24Z</dcterms:created>
  <dcterms:modified xsi:type="dcterms:W3CDTF">2026-02-06T01:16:24Z</dcterms:modified>
</cp:coreProperties>
</file>